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3"/>
  </p:sldMasterIdLst>
  <p:sldIdLst>
    <p:sldId id="256" r:id="rId1"/>
    <p:sldId id="257" show="0" r:id="rId2"/>
  </p:sldIdLst>
  <p:sldSz cx="12192000" cy="6858000"/>
  <p:notesSz cx="6858000" cy="91440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Master" Target="slideMasters/slideMaster1.xml"/>
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>
    <p:spTree/>
  </p:cSld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/>
  </p:cSld>
  <p:sldLayoutIdLst>
    <p:sldLayoutId id="1" r:id="rId1"/>
  </p:sldLayoutId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itle" descr="attribute text is not slide text"/>
          <p:cNvSpPr/>
          <p:nvPr/>
        </p:nvSpPr>
        <p:spPr/>
        <p:txBody>
          <a:bodyPr/>
          <a:lstStyle/>
          <a:p>
            <a:r>
              <a:t>Quarterly </a:t>
            </a:r>
            <a:r>
              <a:t>Plan</a:t>
            </a:r>
          </a:p>
          <a:p>
            <a:r>
              <a:t>Revenue</a:t>
            </a:r>
            <a:tab/>
            <a:r>
              <a:t>₹42</a:t>
            </a:r>
            <a:br/>
            <a:r>
              <a:t>private 😀</a:t>
            </a:r>
          </a:p>
        </p:txBody>
      </p:sp>
      <p:graphicFrame>
        <a:graphic>
          <a:graphicData>
            <a:tbl>
              <a:tr>
                <a:tc>
                  <a:txBody>
                    <a:bodyPr/>
                    <a:lstStyle/>
                    <a:p>
                      <a:r>
                        <a:t>Cell 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r>
                        <a:t>Cell B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txBody>
          <a:bodyPr/>
          <a:lstStyle/>
          <a:p>
            <a:r>
              <a:t>Hidden appendix</a:t>
            </a:r>
          </a:p>
        </p:txBody>
      </p:sp>
    </p:spTree>
  </p:cSld>
</p:sld>
</file>

<file path=ppt/theme/theme1.xml><?xml version="1.0" encoding="utf-8"?>
<a:theme xmlns:a="http://schemas.openxmlformats.org/drawingml/2006/main" name="Within">
  <a:themeElements>
    <a:clrScheme name="Within">
      <a:dk1>
        <a:srgbClr val="000000"/>
      </a:dk1>
      <a:lt1>
        <a:srgbClr val="FFFFFF"/>
      </a:lt1>
      <a:dk2>
        <a:srgbClr val="111111"/>
      </a:dk2>
      <a:lt2>
        <a:srgbClr val="EEEEEE"/>
      </a:lt2>
      <a:accent1>
        <a:srgbClr val="7C3AED"/>
      </a:accent1>
      <a:accent2>
        <a:srgbClr val="0891B2"/>
      </a:accent2>
      <a:accent3>
        <a:srgbClr val="16A34A"/>
      </a:accent3>
      <a:accent4>
        <a:srgbClr val="EA580C"/>
      </a:accent4>
      <a:accent5>
        <a:srgbClr val="DC2626"/>
      </a:accent5>
      <a:accent6>
        <a:srgbClr val="4F46E5"/>
      </a:accent6>
      <a:hlink>
        <a:srgbClr val="0000FF"/>
      </a:hlink>
      <a:folHlink>
        <a:srgbClr val="800080"/>
      </a:folHlink>
    </a:clrScheme>
    <a:fontScheme name="Within">
      <a:majorFont/>
      <a:minorFont/>
    </a:fontScheme>
    <a:fmtScheme name="Within">
      <a:fillStyleLst/>
      <a:lnStyleLst/>
      <a:effectStyleLst/>
      <a:bgFillStyleLst/>
    </a:fmtScheme>
  </a:themeElements>
</a:theme>
</file>